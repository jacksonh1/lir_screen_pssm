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3"/>
  </p:normalViewPr>
  <p:slideViewPr>
    <p:cSldViewPr snapToGrid="0">
      <p:cViewPr varScale="1">
        <p:scale>
          <a:sx n="126" d="100"/>
          <a:sy n="126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E0EA-2B17-E145-A738-B116B3030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6EF062-0FBC-7B83-89D6-544FA83BF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3DFE-624C-596F-A1ED-880298D5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A9B2-0096-0E4A-A142-2F8C0EF75B0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90EB4-E6E7-60B2-0CCB-8A128FB8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F9A67-C8AC-F03F-1408-C5FCCDA23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F4DB-C0CF-F64C-86F8-F4E36DE20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98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9835-A690-E023-D437-36487776F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445AF-04AC-4385-1C83-C20A5AF09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8CFDD-95ED-8F30-B0FE-1E32CDF8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A9B2-0096-0E4A-A142-2F8C0EF75B0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8687B-1513-6E51-D932-CFE77EDF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26F36-9A3D-2314-CDB1-E771A44F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F4DB-C0CF-F64C-86F8-F4E36DE20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49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85166-5F19-6B1B-7C4F-B2BD91E9B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58237-315F-0FE9-102C-3D0BED785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8BD53-41E5-646B-459D-57C7E1B3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A9B2-0096-0E4A-A142-2F8C0EF75B0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D6C0B-73C5-80CB-C08D-82518BA0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845E2-B5A8-B1D8-669C-3F6660D3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F4DB-C0CF-F64C-86F8-F4E36DE20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4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F746-7D1A-95E5-FB9B-26B0E5B6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36D95-7B9D-F166-3806-5E8200D6B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B978E-F02A-9344-278E-31343972E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A81B2-175E-C82C-CC50-0C5B54CE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A9B2-0096-0E4A-A142-2F8C0EF75B09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BBF70-836E-1179-FF46-BBD12B5C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96A21-06B9-3DDD-2479-B0EC2BFC2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F4DB-C0CF-F64C-86F8-F4E36DE20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03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08B8D-D8F1-8ED6-D73C-6331FDF1C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5D634-E37C-B4B1-81E1-2EDB271A5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F25EF-FF96-9057-2B52-ABAC9A8A5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5D931-9B39-B5E9-BEB0-DB8C2FBEE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79CCD2-EFFD-37E1-646D-C95DF7E44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0768D2-2D67-CA66-AC92-B5B54C32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A9B2-0096-0E4A-A142-2F8C0EF75B09}" type="datetimeFigureOut">
              <a:rPr lang="en-US" smtClean="0"/>
              <a:t>9/4/25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333050-DF92-554A-8527-D4458DEFD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386C48-E673-BB0D-E7C6-817D496E7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F4DB-C0CF-F64C-86F8-F4E36DE20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98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B1BD8-ABC9-0078-3826-D1D0FE7BA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82DC1-A12C-0178-45F7-86C3EDF7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A9B2-0096-0E4A-A142-2F8C0EF75B09}" type="datetimeFigureOut">
              <a:rPr lang="en-US" smtClean="0"/>
              <a:t>9/4/25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47F6E-7A5B-50BA-6D8F-4FE7C1A2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300C3-E38D-BDE9-47D5-065340F94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F4DB-C0CF-F64C-86F8-F4E36DE20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85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FD4178-49DA-B102-A66A-4CFF5510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A9B2-0096-0E4A-A142-2F8C0EF75B09}" type="datetimeFigureOut">
              <a:rPr lang="en-US" smtClean="0"/>
              <a:t>9/4/25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E3420-95AF-C2B9-5E05-01D07809E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979DD-ADB2-7B43-A8A5-946039F32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F4DB-C0CF-F64C-86F8-F4E36DE20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0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5271F-EB7E-D543-3D87-0E65123F9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5794B-56AD-19D1-0FE4-624DD5D4F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D9EB1-90D1-CA62-3B72-0D8DFB8E8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5CD13-C1B5-C00D-45F0-42724D92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A9B2-0096-0E4A-A142-2F8C0EF75B09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F1D0A-D59E-47A8-F082-CEE033000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68F12-318B-4EB4-17C5-8AA30E0C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F4DB-C0CF-F64C-86F8-F4E36DE20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7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49D7-B3E6-F46D-BD9E-0C0B6DCDB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1384BA-C294-9802-FCD9-548C87CC1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C0ACE-90A9-A9FE-EAA3-32F2B43AF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E30A7-29B1-DDE0-4C86-764EA5BB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A9B2-0096-0E4A-A142-2F8C0EF75B09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89E88-96B1-DE5E-7B3F-0F46B298F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4B05C-0473-1EBF-9D2F-2C510B1D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F4DB-C0CF-F64C-86F8-F4E36DE20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80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9E810-80CF-C222-6087-D2F85A5D8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E0FAB9-64ED-4DE4-205C-F3D5BAABE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C4F45-11BE-C46C-9DBA-9747201D2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A9B2-0096-0E4A-A142-2F8C0EF75B0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25F55-0185-445C-03A5-8E5C4A0A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2828F-B8A1-97E2-30CD-E3E022B0F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F4DB-C0CF-F64C-86F8-F4E36DE20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18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AA536-3068-28FA-AFE3-64AF8EFFE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654AE-368E-F3F6-51E6-B571655EC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FB66A-7351-7227-945B-EB717B8F5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A9B2-0096-0E4A-A142-2F8C0EF75B0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5D25C-1313-FC81-113F-E0733D3D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5516A-82BB-249B-AF2F-40BD6082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EF4DB-C0CF-F64C-86F8-F4E36DE20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5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A0EFA8-0A8A-9641-2041-2A600FA4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24412-B5ED-735E-B4B1-24ED6F965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84013-46A8-617B-3359-6BB68CEC5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7A9B2-0096-0E4A-A142-2F8C0EF75B09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6A9C0-1D82-4827-18DF-EDAF66380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7795E-313A-DCB4-A283-C258B28A8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EF4DB-C0CF-F64C-86F8-F4E36DE20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0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FBB3B6-1E7A-50DC-A39F-3473EDF47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170"/>
            <a:ext cx="5905500" cy="5905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581823-608B-09BF-EDAA-C27EE34FA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2500"/>
            <a:ext cx="5905500" cy="5905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B839F1-8150-BC75-D639-26DA85FA7D04}"/>
              </a:ext>
            </a:extLst>
          </p:cNvPr>
          <p:cNvSpPr txBox="1"/>
          <p:nvPr/>
        </p:nvSpPr>
        <p:spPr>
          <a:xfrm>
            <a:off x="2245360" y="426720"/>
            <a:ext cx="129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6C2C3-0C2A-42CB-DC6F-3DCA7376C9A0}"/>
              </a:ext>
            </a:extLst>
          </p:cNvPr>
          <p:cNvSpPr txBox="1"/>
          <p:nvPr/>
        </p:nvSpPr>
        <p:spPr>
          <a:xfrm>
            <a:off x="9048750" y="583168"/>
            <a:ext cx="129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　V1</a:t>
            </a:r>
          </a:p>
        </p:txBody>
      </p:sp>
    </p:spTree>
    <p:extLst>
      <p:ext uri="{BB962C8B-B14F-4D97-AF65-F5344CB8AC3E}">
        <p14:creationId xmlns:p14="http://schemas.microsoft.com/office/powerpoint/2010/main" val="3649025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B14B8-DBDA-A060-CBEF-02F1B9418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F7FE60-CB68-1786-F1EC-6485BC4E1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00"/>
            <a:ext cx="5905500" cy="5905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9431CD-5B19-05CE-D258-B62C7687B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2" y="952500"/>
            <a:ext cx="5905500" cy="5905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BA1A1B-D499-F32E-C79C-2EF2D2944D4E}"/>
              </a:ext>
            </a:extLst>
          </p:cNvPr>
          <p:cNvSpPr txBox="1"/>
          <p:nvPr/>
        </p:nvSpPr>
        <p:spPr>
          <a:xfrm>
            <a:off x="9239252" y="583168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V2</a:t>
            </a:r>
          </a:p>
        </p:txBody>
      </p:sp>
    </p:spTree>
    <p:extLst>
      <p:ext uri="{BB962C8B-B14F-4D97-AF65-F5344CB8AC3E}">
        <p14:creationId xmlns:p14="http://schemas.microsoft.com/office/powerpoint/2010/main" val="300111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Cong Liu</dc:creator>
  <cp:lastModifiedBy>Cong Liu</cp:lastModifiedBy>
  <cp:revision>1</cp:revision>
  <dcterms:created xsi:type="dcterms:W3CDTF">2025-09-04T13:33:03Z</dcterms:created>
  <dcterms:modified xsi:type="dcterms:W3CDTF">2025-09-04T14:26:48Z</dcterms:modified>
</cp:coreProperties>
</file>